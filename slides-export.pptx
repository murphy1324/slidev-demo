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老师们好，我是计算机2206的林沫非。
今天汇报的题目是：
“自然语言驱动超算使用过程的交互设计与实现”。
本项目探索一种基于自然语言与智能体的超算交互新范式，
将传统以命令行为主的使用方式，
转变为人机协同的任务驱动交互。
在此基础上，系统实现了工作流的可视化展示，
并完成完整的工程化落地。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本次汇报主要分为这四个部分：
首先介绍研究背景和课题目标，
然后说明系统设计与技术方案，
接着展示当前已经完成的功能和效果，
最后介绍下一步的工作计划。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首先是研究背景与课题目标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在超算运行使用场景中，
需要掌握的基础知识比较多，比如linux基础命令、slurm调度器，
海量信息分散在不同的指令中，很多分析工作依赖脚本、命令行或者固定页面来完成。
这对非资深用户来说门槛较高，也会影响整体使用效率。
所以这个课题要解决的问题是，如何让用户更自然、更低门槛地使用超算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这个课题的核心目标是让用户通过用自然语言描述需求来完成一些超算操作
比如超算系统的数据查询、分析和可视化
其中
我主要负责前端交互的部分
我的目标是，通过Agentic UI的交互范式，围绕智能体来设计用户界面，强调系统主动理解目标、规划步骤并执行任务
从而实现用户与系统之间的协作关系，提升用户使用体验
简单来说，我所在的团队在做“范式改变”，而其中我在做“交互落地”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接下来的章节我会介绍这个系统的总体设计与技术方案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首先整体架构的分为页面层、状态层、协议层和展示层，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前端基于 Next.js 和 React 构建，
通过 SSE 来承载智能体的流式执行过程。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我的工作是实现项目中一整套AG-UI的流程
这也是这个系统前端和传统聊天页面相比，一个比较关键的区别。
其中协议设计和分流是它的一个关键设计点。
前端不会简单把后端所有输出都当作普通文本展示，
而是要根据语义进行分流，让最终回答、过程日志、用户交互和图表结果，
分别进入合适的展示区域。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我设计了一套应用层事件协议，将智能体的规划与执行过程结构化为一系列事件，并通过流式方式推送到前端进行展示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接下来是当前成果的展示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这里展示的是一个完整的任务流示例。
用户输入自然语言后，
智能体会先理解任务目标，然后进行规划执行，按照协议规范实时向前端推送数据流
前端根据分流策略将数据分发到不同的组件，实时展示任务推进过程
在关键步骤，系统会请求用户确认或补充参数，
用户完成交互之后，任务继续推进，最终得到结果。
接下来，我会分别展开说明聊天、交互和图表这三个关键机制。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关于聊天系统，有两个重点
第一，聊天本身是流式的，响应会实时展示；
第二，执行过程被抽象成任务卡片，
用户可以直观地看到每一步的状态和日志。
另外，系统也支持历史任务回放，用户可以回看之前任务的执行过程。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关于交互这块，
重点在于系统不是单向问答，而是协作式执行。
智能体会分析任务过程中的关键步骤，
并在这些节点请求用户确认或补充信息。
比如在这个示例里，
系统会在选择可执行文件、设置资源配置等环节发起交互，
同时给出一些推荐选项。
用户可以直接采用推荐，也可以自己调整。
系统把关键决策保留给了用户，
形成了一个完整的协作闭环。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在可视化方面，
系统可以识别智能体返回的 Vega-Lite 结果，并在 Data Board 中自动展示。
同时，用户还可以围绕当前图表继续发起交互，
系统会自动把图表相关上下文一起打包发送给智能体，
从而支持“基于图表继续分析”这样的chat with data的使用方式。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总结来说，
目前系统已经从一个简单的想法，
逐步落成了一个可以实际演示的原型系统。
它已经具备自然语言入口、统一交互界面、任务执行闭环，
以及初步的工程化部署能力。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最后一个章节是本次答辩后下一步工作计划的说明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接下来，我们打算主要围绕功能完善、体验优化和工程稳定性这三点推进。
一方面继续提升交互能力，
另一方面完善可视化和工程化部分。
最后，也会同步推进论文撰写和答辩材料准备。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我的汇报到这里结束，谢谢各位老师的聆听。
也欢迎各位老师批评指正。
我的贡献点在于
第一是 设计了一套基于 Agentic UI 的事件流交互机制，将消息输出、工具调用、状态更新以及任务生命周期等信息进行结构化表达，实现前后端的流式通信与任务过程可视化
第二是 完成了系统前端的工程实现，将这一交互模式实际落地，才有了刚才我演示的HPC聊天网站
研究意义
简单来说，我所在的团队在做“范式改变”，而其中我在做“交互落地”
团队层面：我们在探索一种基于自然语言驱动的超算操作范式，将传统依赖命令行和脚本的复杂操作转化为语义化交互，从而降低使用门槛，提升系统的易用性。
个人层面：我主要负责前端交互部分，基于 AG-UI 设计并实现了任务流程可视化界面，将智能体的规划与执行过程结构化展示，并支持用户在关键节点参与决策，实现人机协同的交互闭环，从而提升系统的可解释性和交互体验。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模型图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自然语言驱动超算使用过程的交互设计与实现</dc:title>
  <dc:subject>## 毕业设计中期答辩
</dc:subject>
  <dc:creator/>
  <cp:lastModifiedBy/>
  <cp:revision>1</cp:revision>
  <dcterms:created xsi:type="dcterms:W3CDTF">2026-04-27T03:21:03Z</dcterms:created>
  <dcterms:modified xsi:type="dcterms:W3CDTF">2026-04-27T03:21:03Z</dcterms:modified>
</cp:coreProperties>
</file>